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515600" y="320040"/>
            <a:ext cx="502920" cy="5029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20040"/>
            <a:ext cx="365760" cy="6858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22960"/>
            <a:ext cx="411480" cy="4572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927080" y="1005840"/>
            <a:ext cx="457200" cy="2743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4452" y="7818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7372" y="27889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8" name="Shape 6"/>
          <p:cNvSpPr/>
          <p:nvPr/>
        </p:nvSpPr>
        <p:spPr>
          <a:xfrm>
            <a:off x="11320272" y="941832"/>
            <a:ext cx="128016" cy="12801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9" name="Shape 7"/>
          <p:cNvSpPr/>
          <p:nvPr/>
        </p:nvSpPr>
        <p:spPr>
          <a:xfrm>
            <a:off x="10885932" y="12390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選題動機 · 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公司背景：一個挑戰巨人的矽谷新創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如果邊緣 AI 是一座競技場，NVIDIA 是全場最高大的巨人 —— SiMa.ai 是那個換了打法上場的挑戰者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3749040" cy="4160520"/>
          </a:xfrm>
          <a:prstGeom prst="roundRect">
            <a:avLst>
              <a:gd name="adj" fmla="val 2439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公司檔案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2660904"/>
            <a:ext cx="91440" cy="91440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成立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803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年，美國矽谷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529584"/>
            <a:ext cx="91440" cy="91440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3474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創辦人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749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Xilinx 資深主管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Rangasayee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4398264"/>
            <a:ext cx="91440" cy="91440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做的事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617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 AI 晶片 + 軟體平台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（MLSoC + Palette）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5266944"/>
            <a:ext cx="91440" cy="91440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5212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賣給誰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4864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智慧工廠、機器人、無人機、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醫療影像等現場設備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19202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用一句話理解他們的位置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2377440"/>
            <a:ext cx="3337560" cy="1691640"/>
          </a:xfrm>
          <a:prstGeom prst="roundRect">
            <a:avLst>
              <a:gd name="adj" fmla="val 4865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2560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29260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靠「硬體更強 + CUDA 生態系」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打下邊緣 AI 的天下第一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75320" y="2377440"/>
            <a:ext cx="3337560" cy="1691640"/>
          </a:xfrm>
          <a:prstGeom prst="roundRect">
            <a:avLst>
              <a:gd name="adj" fmla="val 4865"/>
            </a:avLst>
          </a:prstGeom>
          <a:solidFill>
            <a:srgbClr val="17324A"/>
          </a:solidFill>
          <a:ln w="15875">
            <a:solidFill>
              <a:srgbClr val="34E4C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03920" y="2560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29260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靠「更省電 + 更好上手的軟體」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打進 NVIDIA 沒顧好的縫隙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955280" y="2967228"/>
            <a:ext cx="512064" cy="512064"/>
          </a:xfrm>
          <a:prstGeom prst="ellipse">
            <a:avLst/>
          </a:prstGeom>
          <a:solidFill>
            <a:srgbClr val="0B1730"/>
          </a:solidFill>
          <a:ln w="19050">
            <a:solidFill>
              <a:srgbClr val="34E4C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5280" y="29672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4343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類比：如果 NVIDIA 是強調馬力全開的重型機車，SiMa.ai 就是那台在同樣的油量下能騎更遠、還不用先考駕照的電動機車。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663440" y="49377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這也是這份分享想聊的兩個重點：他怎麼「崛起」的，以及他的技術到底特別在哪裡。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 · 邊緣 AI 讀書會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選題動機 ·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為什麼崛起：用「電池思維」打進 NVIDIA 地盤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關鍵不是「誰跑得快」，是「同樣的電，誰做的事更多」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364152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75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同一顆手機電池，誰能多做事？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Orin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2112264" cy="292608"/>
          </a:xfrm>
          <a:prstGeom prst="roundRect">
            <a:avLst>
              <a:gd name="adj" fmla="val 1562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18104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基準 1x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37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 MLSoC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611880"/>
            <a:ext cx="3456432" cy="292608"/>
          </a:xfrm>
          <a:prstGeom prst="roundRect">
            <a:avLst>
              <a:gd name="adj" fmla="val 15625"/>
            </a:avLst>
          </a:prstGeom>
          <a:solidFill>
            <a:srgbClr val="34E4C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70832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同樣耗電，多做到 1.85x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06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這個「效率比」在晶片界的正式名稱叫 FPS/W（每瓦效能）—— MLPerf（AI 晶片界的公開評測賽）連續好幾輪測出來的結果。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74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崛起時間線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450592"/>
            <a:ext cx="0" cy="3035808"/>
          </a:xfrm>
          <a:prstGeom prst="line">
            <a:avLst/>
          </a:prstGeom>
          <a:noFill/>
          <a:ln w="19050">
            <a:solidFill>
              <a:srgbClr val="E1E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2220" y="2377440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2322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2018–19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295144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矽谷創立，種子輪募資起步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32220" y="3136392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305409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推出 MLSoC + Palette，第一款產品問世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32220" y="3895344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3840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381304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首次參加 MLPerf 邊緣測試，同瓦數效能就打贏 NVIDIA Orin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32220" y="4654296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4599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45720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連續多輪 MLPerf 送測持續領先，開始被業界注意到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32220" y="5413248"/>
            <a:ext cx="137160" cy="137160"/>
          </a:xfrm>
          <a:prstGeom prst="ellipse">
            <a:avLst/>
          </a:prstGeom>
          <a:solidFill>
            <a:srgbClr val="34E4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53583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至今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53309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累計募資超過 3.5 億美元，Fidelity、Maverick Capital 等機構加碼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 · 邊緣 AI 讀書會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515600" y="320040"/>
            <a:ext cx="502920" cy="5029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20040"/>
            <a:ext cx="365760" cy="6858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22960"/>
            <a:ext cx="411480" cy="4572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927080" y="1005840"/>
            <a:ext cx="457200" cy="2743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4452" y="7818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7372" y="27889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8" name="Shape 6"/>
          <p:cNvSpPr/>
          <p:nvPr/>
        </p:nvSpPr>
        <p:spPr>
          <a:xfrm>
            <a:off x="11320272" y="941832"/>
            <a:ext cx="128016" cy="12801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9" name="Shape 7"/>
          <p:cNvSpPr/>
          <p:nvPr/>
        </p:nvSpPr>
        <p:spPr>
          <a:xfrm>
            <a:off x="10885932" y="12390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選題動機 · 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技術特點：把「電腦專家的活」交給軟體做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2984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軟體，把過去要花好幾個月的硬體調校，變成幾分鐘的拖拉操作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039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532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壓縮模型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像把相片存成較小的檔案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502152"/>
            <a:ext cx="2240280" cy="0"/>
          </a:xfrm>
          <a:prstGeom prst="line">
            <a:avLst/>
          </a:prstGeom>
          <a:noFill/>
          <a:ln w="12700">
            <a:solidFill>
              <a:srgbClr val="2232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65760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雲端訓練出來的 AI 模型又大又肥，Palette 自動把不重要的部分砍掉、瘦身，讓它能塞進小小的邊緣晶片裡。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72968" y="3749040"/>
            <a:ext cx="164592" cy="0"/>
          </a:xfrm>
          <a:prstGeom prst="line">
            <a:avLst/>
          </a:prstGeom>
          <a:noFill/>
          <a:ln w="19050">
            <a:solidFill>
              <a:srgbClr val="34E4C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55848" y="187452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38728" y="2039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538728" y="2532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量化數字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538728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像把高畫質照片轉成精簡版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38728" y="3502152"/>
            <a:ext cx="2240280" cy="0"/>
          </a:xfrm>
          <a:prstGeom prst="line">
            <a:avLst/>
          </a:prstGeom>
          <a:noFill/>
          <a:ln w="12700">
            <a:solidFill>
              <a:srgbClr val="2232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38728" y="365760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把模型裡精細的數字，簡化成邊緣晶片算得動的格式——畫質略降，但檔案更小、跑更快、更省電。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0176" y="3749040"/>
            <a:ext cx="164592" cy="0"/>
          </a:xfrm>
          <a:prstGeom prst="line">
            <a:avLst/>
          </a:prstGeom>
          <a:noFill/>
          <a:ln w="19050">
            <a:solidFill>
              <a:srgbClr val="34E4C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63056" y="187452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2039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532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自動分工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345936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像自動排班，不用主管盯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45936" y="3502152"/>
            <a:ext cx="2240280" cy="0"/>
          </a:xfrm>
          <a:prstGeom prst="line">
            <a:avLst/>
          </a:prstGeom>
          <a:noFill/>
          <a:ln w="12700">
            <a:solidFill>
              <a:srgbClr val="22325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45936" y="365760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晶片裡有 CPU 和 AI 加速器兩種員工，Palette 自動判斷哪個任務給誰做，不用工程師手動安排。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787384" y="3749040"/>
            <a:ext cx="164592" cy="0"/>
          </a:xfrm>
          <a:prstGeom prst="line">
            <a:avLst/>
          </a:prstGeom>
          <a:noFill/>
          <a:ln w="19050">
            <a:solidFill>
              <a:srgbClr val="34E4C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970264" y="187452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53144" y="2039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9153144" y="2532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一鍵部署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153144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免駕照直接上路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53144" y="3502152"/>
            <a:ext cx="2240280" cy="0"/>
          </a:xfrm>
          <a:prstGeom prst="line">
            <a:avLst/>
          </a:prstGeom>
          <a:noFill/>
          <a:ln w="12700">
            <a:solidFill>
              <a:srgbClr val="22325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53144" y="365760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不需要學 NVIDIA 那套要練很久的 CUDA「駕照」，拖拉幾分鐘，模型就能在晶片上跑起來。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金句：NVIDIA 靠的是「硬體夠強 + 大家都會用 CUDA」；SiMa.ai 賭的是「你什麼都不用學，也能立刻上手」。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 · 邊緣 AI 讀書會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2026-09-07T16:12:44Z</dcterms:created>
  <dcterms:modified xsi:type="dcterms:W3CDTF">2026-09-07T16:12:44Z</dcterms:modified>
</cp:coreProperties>
</file>