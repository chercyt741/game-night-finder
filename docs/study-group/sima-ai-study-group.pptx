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競品分析：邊緣 AI 晶片的軟體路線之爭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用「軟體優先」切入 NVIDIA 統治的邊緣推論市場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28800"/>
            <a:ext cx="2331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18288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880360" y="1828800"/>
            <a:ext cx="233172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990088" y="18288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陣營定位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12080" y="1828800"/>
            <a:ext cx="26060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21808" y="182880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開發門檻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1828800"/>
            <a:ext cx="21488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27848" y="182880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每瓦效能 (FPS/W)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966960" y="1828800"/>
            <a:ext cx="15544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76688" y="182880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生態系成熟度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2286000"/>
            <a:ext cx="2331720" cy="960120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228600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MLSoC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80360" y="2286000"/>
            <a:ext cx="2331720" cy="960120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990088" y="228600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軟體優先的邊緣 AI 挑戰者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0" y="2286000"/>
            <a:ext cx="2606040" cy="960120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21808" y="22860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低：Palette 圖形化拖拉部署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18120" y="2286000"/>
            <a:ext cx="2148840" cy="960120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27848" y="2286000"/>
            <a:ext cx="1929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MLPerf 邊緣推論多次領先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966960" y="2286000"/>
            <a:ext cx="1554480" cy="960120"/>
          </a:xfrm>
          <a:prstGeom prst="rect">
            <a:avLst/>
          </a:prstGeom>
          <a:solidFill>
            <a:srgbClr val="17324A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76688" y="228600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新興，聚焦電腦視覺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3246120"/>
            <a:ext cx="233172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24612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880360" y="3246120"/>
            <a:ext cx="233172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90088" y="324612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 AI 生態系霸主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12080" y="3246120"/>
            <a:ext cx="260604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21808" y="324612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高：需熟悉 CUDA / TensorRT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18120" y="3246120"/>
            <a:ext cx="214884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27848" y="3246120"/>
            <a:ext cx="1929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業界標竿，但功耗較高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966960" y="3246120"/>
            <a:ext cx="155448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76688" y="324612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全球最大，範例/社群最完整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206240"/>
            <a:ext cx="233172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206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 / STMicro 傳統 MCU/SoC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80360" y="4206240"/>
            <a:ext cx="233172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990088" y="4206240"/>
            <a:ext cx="21122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工業供應鏈老牌晶片商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212080" y="4206240"/>
            <a:ext cx="260604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21808" y="420624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低：既有工業工具鏈成熟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8120" y="4206240"/>
            <a:ext cx="214884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27848" y="4206240"/>
            <a:ext cx="1929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算力有限，跑不動深度模型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966960" y="4206240"/>
            <a:ext cx="1554480" cy="960120"/>
          </a:xfrm>
          <a:prstGeom prst="rect">
            <a:avLst/>
          </a:prstGeom>
          <a:solidFill>
            <a:srgbClr val="121F3D"/>
          </a:solidFill>
          <a:ln w="9525">
            <a:solidFill>
              <a:srgbClr val="22325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076688" y="4206240"/>
            <a:ext cx="1335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汽車/工廠供應鏈根深蒂固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洞察：NVIDIA 的護城河是 CUDA 生態系，SiMa.ai 的打法是繞過生態系門檻——用「更省電、更好上手」搶進工業視覺這個特化戰場。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體驗分析：從「寫 CUDA 幾個月」到「拖拉幾分鐘」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目標用戶：智慧工廠、AGV、無人機、內視鏡設備的軟體工程師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4023360"/>
            <a:ext cx="521208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0" y="2240280"/>
            <a:ext cx="0" cy="356616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上手容易度 →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258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每瓦效能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78501" y="2467051"/>
            <a:ext cx="402336" cy="402336"/>
          </a:xfrm>
          <a:prstGeom prst="ellipse">
            <a:avLst/>
          </a:prstGeom>
          <a:solidFill>
            <a:srgbClr val="34E4C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3869" y="2869387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MLSoC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80944" y="3287268"/>
            <a:ext cx="402336" cy="402336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96312" y="368960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44568" y="4713732"/>
            <a:ext cx="402336" cy="402336"/>
          </a:xfrm>
          <a:prstGeom prst="ellipse">
            <a:avLst/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9936" y="51160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 / 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傳統晶片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187452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23760" y="2103120"/>
            <a:ext cx="310896" cy="31089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2039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過去的痛點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38658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 AI 模型到邊緣硬體要懂硬體底層、寫 C++/CUDA、手動調記憶體，一個模型上線常要花幾週到幾個月。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95160" y="333756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3566160"/>
            <a:ext cx="310896" cy="3108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80960" y="350215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Moment：零改動部署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8496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把雲端訓練好的 YOLOv8／ResNet 丟進 Palette GUI，拖拉幾分鐘，自動壓縮量化並分配 CPU/加速器工作，直接產出可執行機器碼。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4800600"/>
            <a:ext cx="46177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364152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50292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4965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產品摩擦點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531266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晶片與工具鏈是為電腦視覺／視訊串流打造，若想在邊緣跑當紅的 LLM／生成式 AI，支援度與生態系仍遠不及 NVIDIA。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15600" y="320040"/>
            <a:ext cx="502920" cy="5029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20040"/>
            <a:ext cx="365760" cy="6858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22960"/>
            <a:ext cx="411480" cy="45720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927080" y="1005840"/>
            <a:ext cx="457200" cy="274320"/>
          </a:xfrm>
          <a:prstGeom prst="line">
            <a:avLst/>
          </a:prstGeom>
          <a:noFill/>
          <a:ln w="12700">
            <a:solidFill>
              <a:srgbClr val="34E4C1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4452" y="7818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7" name="Shape 5"/>
          <p:cNvSpPr/>
          <p:nvPr/>
        </p:nvSpPr>
        <p:spPr>
          <a:xfrm>
            <a:off x="10977372" y="27889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8" name="Shape 6"/>
          <p:cNvSpPr/>
          <p:nvPr/>
        </p:nvSpPr>
        <p:spPr>
          <a:xfrm>
            <a:off x="11320272" y="941832"/>
            <a:ext cx="128016" cy="12801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9" name="Shape 7"/>
          <p:cNvSpPr/>
          <p:nvPr/>
        </p:nvSpPr>
        <p:spPr>
          <a:xfrm>
            <a:off x="10885932" y="1239012"/>
            <a:ext cx="82296" cy="82296"/>
          </a:xfrm>
          <a:prstGeom prst="ellipse">
            <a:avLst/>
          </a:prstGeom>
          <a:solidFill>
            <a:srgbClr val="34E4C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產品各面向分析 · 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產品剖析：MLSoC + Palette 如何讓軟體定義硬體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從雲端訓練模型到邊緣晶片執行的四個階段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異質運算架構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MLSoC 晶片上整合 ML 加速器（跑 AI 推論）、CPU（處理邏輯）與影像處理器（拉入攝影機訊號），三者協同運作。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72968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5848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38728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編譯工具鏈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38728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開發者在雲端用 PyTorch / TensorFlow 訓練好模型後，丟進 Palette SDK，自動進行壓縮與量化。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0176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63056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自動化任務分工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自動判斷模型哪部分該給 CPU 跑、哪部分給 AI 加速器跑，開發者不需手動調度或改寫程式碼。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87384" y="3657600"/>
            <a:ext cx="164592" cy="0"/>
          </a:xfrm>
          <a:prstGeom prst="line">
            <a:avLst/>
          </a:prstGeom>
          <a:noFill/>
          <a:ln w="19050">
            <a:solidFill>
              <a:srgbClr val="34E4C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70264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121F3D"/>
          </a:solidFill>
          <a:ln w="12700">
            <a:solidFill>
              <a:srgbClr val="2232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53144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E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153144" y="26517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邊緣部署與效能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9153144" y="3355848"/>
            <a:ext cx="224028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一鍵部署到 MLSoC 硬體；在 MLPerf 邊緣推論基準測試中，每瓦效能多次超越 NVIDIA Jetson Orin。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金句：NVIDIA 的成功建立在硬體的強大與 CUDA 的壁壘；SiMa.ai 的野心是「軟體引領硬體」——讓硬體去適應工程師現有的 AI 軟體習慣。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519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SIMA.AI · 邊緣 AI 讀書會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2026-09-07T15:58:53Z</dcterms:created>
  <dcterms:modified xsi:type="dcterms:W3CDTF">2026-09-07T15:58:53Z</dcterms:modified>
</cp:coreProperties>
</file>