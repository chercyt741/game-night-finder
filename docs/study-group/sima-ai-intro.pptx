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515600" y="320040"/>
            <a:ext cx="502920" cy="50292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20040"/>
            <a:ext cx="365760" cy="68580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822960"/>
            <a:ext cx="411480" cy="45720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0927080" y="1005840"/>
            <a:ext cx="457200" cy="27432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74452" y="78181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7" name="Shape 5"/>
          <p:cNvSpPr/>
          <p:nvPr/>
        </p:nvSpPr>
        <p:spPr>
          <a:xfrm>
            <a:off x="10977372" y="27889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8" name="Shape 6"/>
          <p:cNvSpPr/>
          <p:nvPr/>
        </p:nvSpPr>
        <p:spPr>
          <a:xfrm>
            <a:off x="11320272" y="941832"/>
            <a:ext cx="128016" cy="12801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9" name="Shape 7"/>
          <p:cNvSpPr/>
          <p:nvPr/>
        </p:nvSpPr>
        <p:spPr>
          <a:xfrm>
            <a:off x="10885932" y="123901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選題動機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7498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SiMa.ai：用軟體挑戰 NVIDIA 的邊緣 AI 新星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2984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不是雲端軟體、也不是 NVIDIA 這條主流路線 —— 一個切入獨特生態位的邊緣 AI 挑戰者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121F3D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130552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274320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公司背景：他是做什麼的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3337560"/>
            <a:ext cx="30998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年由前 Xilinx 資深主管 Krishna Rangasayee 於美國矽谷創立，是一家「軟體優先」的邊緣 AI 晶片公司。核心產品 MLSoC（Machine Learning System on Chip）於 2022 年推出，搭配 Palette 軟體平台，讓開發者把雲端訓練好的視覺模型部署到邊緣硬體上，應用於智慧工廠、機器人、無人機、醫療影像等場景。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43400" y="187452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121F3D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99432" y="2130552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4599432" y="274320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為什麼崛起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99432" y="3337560"/>
            <a:ext cx="30998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累計募資已超過 3.5 億美元，獲 Fidelity、Maverick Capital 等機構投資人加碼；更關鍵的是在業界公認的 MLPerf 邊緣推論基準測試中，多次以「每瓦效能」擊敗邊緣 AI 霸主 NVIDIA Jetson Orin，讓一家新創在 NVIDIA 主導的市場中打出知名度。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38160" y="187452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121F3D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94192" y="2130552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8394192" y="274320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特點：軟體定義硬體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394192" y="3337560"/>
            <a:ext cx="30998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不靠更強的硬體規格取勝，而是用 Palette 軟體把「模型壓縮、量化、CPU/加速器任務分工」全自動化，開發者不需寫 CUDA、幾分鐘就能部署——用軟體體驗上的優勢，去對抗 NVIDIA 最深的護城河。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SIMA.AI · 邊緣 AI 讀書會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2026-09-07T16:02:35Z</dcterms:created>
  <dcterms:modified xsi:type="dcterms:W3CDTF">2026-09-07T16:02:35Z</dcterms:modified>
</cp:coreProperties>
</file>